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A4"/>
                </a:solidFill>
              </a:defRPr>
            </a:pPr>
            <a: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EA5A4"/>
                </a:solidFill>
              </a:defRPr>
            </a:pPr>
            <a:r>
              <a:t>AI Patient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F5F9"/>
                </a:solidFill>
              </a:defRPr>
            </a:pPr>
            <a:r>
              <a:t>An Interactive Medical Training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Presented by: Amit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A4"/>
                </a:solidFill>
              </a:defRPr>
            </a:pPr>
            <a: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A4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9144000" cy="822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FRONTEND (Vercel)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React + Vite | Single Page Application | Modern UI</a:t>
            </a:r>
          </a:p>
        </p:txBody>
      </p:sp>
      <p:sp>
        <p:nvSpPr>
          <p:cNvPr id="7" name="Down Arrow 6"/>
          <p:cNvSpPr/>
          <p:nvPr/>
        </p:nvSpPr>
        <p:spPr>
          <a:xfrm>
            <a:off x="5669280" y="2560320"/>
            <a:ext cx="457200" cy="365760"/>
          </a:xfrm>
          <a:prstGeom prst="downArrow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3017520"/>
            <a:ext cx="9144000" cy="822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BACKEND (Render)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Flask + LangChain | Session Management | Auth System</a:t>
            </a:r>
          </a:p>
        </p:txBody>
      </p:sp>
      <p:sp>
        <p:nvSpPr>
          <p:cNvPr id="9" name="Down Arrow 8"/>
          <p:cNvSpPr/>
          <p:nvPr/>
        </p:nvSpPr>
        <p:spPr>
          <a:xfrm>
            <a:off x="5669280" y="3931920"/>
            <a:ext cx="457200" cy="365760"/>
          </a:xfrm>
          <a:prstGeom prst="downArrow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4389120"/>
            <a:ext cx="9144000" cy="822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LLM (Groq Cloud)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Llama 3.1 70B (Chat) | Llama 3.1 8B (Generation)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Deployed separately for scalability | CORS-enabled for cross-origin requests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A4"/>
                </a:solidFill>
              </a:defRPr>
            </a:pPr>
            <a: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A4"/>
                </a:solidFill>
              </a:defRPr>
            </a:pPr>
            <a:r>
              <a:t>Technologies Used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0058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54864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EA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EA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EA5A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React 18 + Vite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Fast, modern UI framework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Styling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Vanilla CSS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Glassmorphism dark theme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Flask (Python)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REST API server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AI Framework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LLM orchestration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LLM Provider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Groq (Llama 3.1)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Ultra-fast inference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Vercel + Render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Serverless + containerized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A4"/>
                </a:solidFill>
              </a:defRPr>
            </a:pPr>
            <a:r>
              <a:t>Key Benefits: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  - Groq provides 10x faster inference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  - LangChain enables structured LLM interactions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  - Separation allows independent scaling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A4"/>
                </a:solidFill>
              </a:defRPr>
            </a:pPr>
            <a: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A4"/>
                </a:solidFill>
              </a:defRPr>
            </a:pPr>
            <a:r>
              <a:t>Key Design Choices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0058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400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</a:defRPr>
                      </a:pPr>
                      <a:r>
                        <a:t>Choice</a:t>
                      </a:r>
                    </a:p>
                  </a:txBody>
                  <a:tcPr>
                    <a:solidFill>
                      <a:srgbClr val="0EA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0EA5A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Dual-Model Strategy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8B for generation (fast), 70B for chat (quality)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Multi-Key Fallback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Auto-rotates API keys on 429 rate limit errors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Real-Time Symptom Extraction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LLM extracts symptoms from each response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Session State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In-memory Python dictionaries, no database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Privacy-First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No chat transcripts stored, only summaries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A4"/>
                </a:solidFill>
              </a:defRPr>
            </a:pPr>
            <a: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A4"/>
                </a:solidFill>
              </a:defRPr>
            </a:pPr>
            <a:r>
              <a:t>Chatbot Functionality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0058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68580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EA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EA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EA5A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Login/Signup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Doctor authentication with unique username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Start Session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LLM generates randomized patient case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Diagnosis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Doctor asks questions, patient responds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Tracking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Symptoms extracted and displayed in sidebar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Analysis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AI suggests possible conditions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End Session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Doctor enters diagnosis and prescriptions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A4"/>
                </a:solidFill>
              </a:defRPr>
            </a:pPr>
            <a: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A4"/>
                </a:solidFill>
              </a:defRPr>
            </a:pPr>
            <a:r>
              <a:t>User Storage &amp; Unique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A5A4"/>
                </a:solidFill>
              </a:defRPr>
            </a:pPr>
            <a:r>
              <a:t>In-Memory Python Dictionary</a:t>
            </a:r>
          </a:p>
          <a:p>
            <a:pPr>
              <a:defRPr sz="1300">
                <a:solidFill>
                  <a:srgbClr val="F1F5F9"/>
                </a:solidFill>
              </a:defRPr>
            </a:pP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No external database required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Key-value storage structure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Stores: username, password, history</a:t>
            </a:r>
          </a:p>
          <a:p>
            <a:pPr>
              <a:defRPr sz="1300">
                <a:solidFill>
                  <a:srgbClr val="F1F5F9"/>
                </a:solidFill>
              </a:defRPr>
            </a:pPr>
          </a:p>
          <a:p>
            <a:pPr>
              <a:defRPr sz="1300" b="1">
                <a:solidFill>
                  <a:srgbClr val="A78BFA"/>
                </a:solidFill>
              </a:defRPr>
            </a:pPr>
            <a:r>
              <a:t>Trade-offs: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- Simplifies deployment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- Data resets on restart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- Suitable for demo/evaluation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0" y="1371600"/>
          <a:ext cx="6400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EA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EA5A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True Randomization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Time-seeded for diverse patients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Multi-Key Fallback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Auto-rotates on rate limit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Symptom Tracking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Real-time extraction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AI Analysis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LLM differential diagnosis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Privacy-First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No chat storage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Auth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No external database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